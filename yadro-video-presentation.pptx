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2" r:id="rId6"/>
    <p:sldId id="263" r:id="rId7"/>
    <p:sldId id="265" r:id="rId8"/>
    <p:sldId id="267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3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47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200000">
            <a:off x="-1371600" y="-914400"/>
            <a:ext cx="4572000" cy="3657600"/>
          </a:xfrm>
          <a:prstGeom prst="rect">
            <a:avLst/>
          </a:prstGeom>
          <a:solidFill>
            <a:srgbClr val="0E1166"/>
          </a:solidFill>
          <a:ln w="12700">
            <a:solidFill>
              <a:srgbClr val="0E1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 rot="-1200000">
            <a:off x="-2286000" y="274320"/>
            <a:ext cx="4572000" cy="2743200"/>
          </a:xfrm>
          <a:prstGeom prst="rect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B4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РАСЧЁТНО-ГРАФИЧЕСКОЕ ЗАДАНИЕ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8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</a:t>
            </a:r>
            <a:r>
              <a:rPr lang="en-US" sz="4800" b="1" dirty="0" err="1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идеоплатформа</a:t>
            </a:r>
            <a:r>
              <a:rPr lang="ru-RU" sz="48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</a:t>
            </a:r>
            <a:r>
              <a:rPr lang="en-US" sz="4800" b="1" dirty="0" err="1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Yadro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стеке Python (Django и React JS</a:t>
            </a:r>
            <a:r>
              <a:rPr lang="ru-RU" sz="24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914400" cy="54864"/>
          </a:xfrm>
          <a:prstGeom prst="rect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ru-RU" sz="1400" b="1" dirty="0">
                <a:solidFill>
                  <a:srgbClr val="0E1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Ученик</a:t>
            </a:r>
            <a:r>
              <a:rPr lang="en-US" sz="1400" b="1" dirty="0">
                <a:solidFill>
                  <a:srgbClr val="0E1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Гуменюк Алина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ru-RU" sz="1400" b="1" dirty="0">
                <a:solidFill>
                  <a:srgbClr val="0E1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</a:t>
            </a:r>
            <a:r>
              <a:rPr lang="en-US" sz="1400" b="1" dirty="0">
                <a:solidFill>
                  <a:srgbClr val="0E1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ИКС-531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1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Цель и задачи проекта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было разработать по ТЗ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rot="-2100000">
            <a:off x="11338560" y="6400800"/>
            <a:ext cx="640080" cy="0"/>
          </a:xfrm>
          <a:prstGeom prst="line">
            <a:avLst/>
          </a:prstGeom>
          <a:noFill/>
          <a:ln w="3175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 rot="-2100000">
            <a:off x="11430000" y="6565392"/>
            <a:ext cx="457200" cy="0"/>
          </a:xfrm>
          <a:prstGeom prst="line">
            <a:avLst/>
          </a:prstGeom>
          <a:noFill/>
          <a:ln w="25400">
            <a:solidFill>
              <a:srgbClr val="7B82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 rot="-2100000">
            <a:off x="11475720" y="6693408"/>
            <a:ext cx="320040" cy="0"/>
          </a:xfrm>
          <a:prstGeom prst="line">
            <a:avLst/>
          </a:prstGeom>
          <a:noFill/>
          <a:ln w="19050">
            <a:solidFill>
              <a:srgbClr val="7B82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4937760" cy="4572000"/>
          </a:xfrm>
          <a:prstGeom prst="rect">
            <a:avLst/>
          </a:prstGeom>
          <a:solidFill>
            <a:srgbClr val="0E1166"/>
          </a:solidFill>
          <a:ln w="12700">
            <a:solidFill>
              <a:srgbClr val="0E1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7B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Создать функциональную веб-платформу для потокового видео с регистрацией, загрузкой, просмотром и чатом.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1554480"/>
            <a:ext cx="2834640" cy="210312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78308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8932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на Python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989320" y="2743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на Django + DRF, JWT-авторизация, загрузка и стриминг видео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778240" y="1554480"/>
            <a:ext cx="2834640" cy="210312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0" y="178308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00684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на React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9006840" y="2743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с React Router, интеграция через REST, компоненты UI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760720" y="3886200"/>
            <a:ext cx="2834640" cy="210312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41148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89320" y="4663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Реализация дизайна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989320" y="5074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макета из Figma в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778240" y="3886200"/>
            <a:ext cx="2834640" cy="210312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0" y="411480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06840" y="4663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 и БД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006840" y="5074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в Postgres/SQLite, 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Технологический стек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использовано в проекте и зачем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rot="-2100000">
            <a:off x="11338560" y="6400800"/>
            <a:ext cx="640080" cy="0"/>
          </a:xfrm>
          <a:prstGeom prst="line">
            <a:avLst/>
          </a:prstGeom>
          <a:noFill/>
          <a:ln w="3175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 rot="-2100000">
            <a:off x="11430000" y="6565392"/>
            <a:ext cx="457200" cy="0"/>
          </a:xfrm>
          <a:prstGeom prst="line">
            <a:avLst/>
          </a:prstGeom>
          <a:noFill/>
          <a:ln w="25400">
            <a:solidFill>
              <a:srgbClr val="7B82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 rot="-2100000">
            <a:off x="11475720" y="6693408"/>
            <a:ext cx="320040" cy="0"/>
          </a:xfrm>
          <a:prstGeom prst="line">
            <a:avLst/>
          </a:prstGeom>
          <a:noFill/>
          <a:ln w="19050">
            <a:solidFill>
              <a:srgbClr val="7B82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777240"/>
          </a:xfrm>
          <a:prstGeom prst="rect">
            <a:avLst/>
          </a:prstGeom>
          <a:solidFill>
            <a:srgbClr val="0E1166"/>
          </a:solidFill>
          <a:ln w="12700">
            <a:solidFill>
              <a:srgbClr val="0E1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0992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6276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2331720"/>
            <a:ext cx="5486400" cy="411480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1" name="Shape 8"/>
          <p:cNvSpPr/>
          <p:nvPr/>
        </p:nvSpPr>
        <p:spPr>
          <a:xfrm>
            <a:off x="777240" y="2606040"/>
            <a:ext cx="292608" cy="292608"/>
          </a:xfrm>
          <a:prstGeom prst="ellipse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9"/>
          <p:cNvSpPr/>
          <p:nvPr/>
        </p:nvSpPr>
        <p:spPr>
          <a:xfrm>
            <a:off x="77724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3444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3.12 + Django 5.0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3444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веб-фреймворк с богатой экосистемой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" y="3383280"/>
            <a:ext cx="292608" cy="292608"/>
          </a:xfrm>
          <a:prstGeom prst="ellipse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Text 13"/>
          <p:cNvSpPr/>
          <p:nvPr/>
        </p:nvSpPr>
        <p:spPr>
          <a:xfrm>
            <a:off x="77724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23444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 REST Framework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34440" y="3611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удобный API: сериализаторы, пермишены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77240" y="4160520"/>
            <a:ext cx="292608" cy="292608"/>
          </a:xfrm>
          <a:prstGeom prst="ellipse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7"/>
          <p:cNvSpPr/>
          <p:nvPr/>
        </p:nvSpPr>
        <p:spPr>
          <a:xfrm>
            <a:off x="77724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23444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djangorestframework-simplejwt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234440" y="4389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JWT-авторизация с refresh-токенами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77240" y="4937760"/>
            <a:ext cx="292608" cy="292608"/>
          </a:xfrm>
          <a:prstGeom prst="ellipse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1"/>
          <p:cNvSpPr/>
          <p:nvPr/>
        </p:nvSpPr>
        <p:spPr>
          <a:xfrm>
            <a:off x="77724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23444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/ PostgreSQL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234440" y="5166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переключение через .env, prod-ready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77240" y="5715000"/>
            <a:ext cx="292608" cy="292608"/>
          </a:xfrm>
          <a:prstGeom prst="ellipse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5"/>
          <p:cNvSpPr/>
          <p:nvPr/>
        </p:nvSpPr>
        <p:spPr>
          <a:xfrm>
            <a:off x="777240" y="5715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234440" y="5623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django-cors-headers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234440" y="5943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разрешение запросов с фронта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09360" y="1554480"/>
            <a:ext cx="5486400" cy="777240"/>
          </a:xfrm>
          <a:prstGeom prst="rect">
            <a:avLst/>
          </a:prstGeom>
          <a:solidFill>
            <a:srgbClr val="0E1166"/>
          </a:solidFill>
          <a:ln w="12700">
            <a:solidFill>
              <a:srgbClr val="0E1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709928"/>
            <a:ext cx="457200" cy="4572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223760" y="16276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6309360" y="2331720"/>
            <a:ext cx="5486400" cy="411480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Shape 31"/>
          <p:cNvSpPr/>
          <p:nvPr/>
        </p:nvSpPr>
        <p:spPr>
          <a:xfrm>
            <a:off x="6537960" y="2606040"/>
            <a:ext cx="292608" cy="292608"/>
          </a:xfrm>
          <a:prstGeom prst="ellipse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Text 32"/>
          <p:cNvSpPr/>
          <p:nvPr/>
        </p:nvSpPr>
        <p:spPr>
          <a:xfrm>
            <a:off x="65379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699516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18 + Vite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6995160" y="2834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dev-сервер, мгновенный HMR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6537960" y="3383280"/>
            <a:ext cx="292608" cy="292608"/>
          </a:xfrm>
          <a:prstGeom prst="ellipse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6"/>
          <p:cNvSpPr/>
          <p:nvPr/>
        </p:nvSpPr>
        <p:spPr>
          <a:xfrm>
            <a:off x="653796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699516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Router v6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6995160" y="3611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 между страницами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6537960" y="4160520"/>
            <a:ext cx="292608" cy="292608"/>
          </a:xfrm>
          <a:prstGeom prst="ellipse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40"/>
          <p:cNvSpPr/>
          <p:nvPr/>
        </p:nvSpPr>
        <p:spPr>
          <a:xfrm>
            <a:off x="65379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699516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6995160" y="4389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стилизация через утилиты, no-CSS-debt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6537960" y="4937760"/>
            <a:ext cx="292608" cy="292608"/>
          </a:xfrm>
          <a:prstGeom prst="ellipse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8" name="Text 44"/>
          <p:cNvSpPr/>
          <p:nvPr/>
        </p:nvSpPr>
        <p:spPr>
          <a:xfrm>
            <a:off x="653796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6995160" y="4846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Axios + JWT-interceptor</a:t>
            </a:r>
            <a:endParaRPr lang="en-US" sz="1400" dirty="0"/>
          </a:p>
        </p:txBody>
      </p:sp>
      <p:sp>
        <p:nvSpPr>
          <p:cNvPr id="50" name="Text 46"/>
          <p:cNvSpPr/>
          <p:nvPr/>
        </p:nvSpPr>
        <p:spPr>
          <a:xfrm>
            <a:off x="6995160" y="5166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refresh access-токена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6537960" y="5715000"/>
            <a:ext cx="292608" cy="292608"/>
          </a:xfrm>
          <a:prstGeom prst="ellipse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2" name="Text 48"/>
          <p:cNvSpPr/>
          <p:nvPr/>
        </p:nvSpPr>
        <p:spPr>
          <a:xfrm>
            <a:off x="6537960" y="5715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3" name="Text 49"/>
          <p:cNvSpPr/>
          <p:nvPr/>
        </p:nvSpPr>
        <p:spPr>
          <a:xfrm>
            <a:off x="6995160" y="5623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Manrope (Google Fonts)</a:t>
            </a:r>
            <a:endParaRPr lang="en-US" sz="1400" dirty="0"/>
          </a:p>
        </p:txBody>
      </p:sp>
      <p:sp>
        <p:nvSpPr>
          <p:cNvPr id="54" name="Text 50"/>
          <p:cNvSpPr/>
          <p:nvPr/>
        </p:nvSpPr>
        <p:spPr>
          <a:xfrm>
            <a:off x="6995160" y="5943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современная типографика, как в макете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Backend: ключевые модули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Django-приложения, каждое отвечает за свой домен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rot="-2100000">
            <a:off x="11338560" y="6400800"/>
            <a:ext cx="640080" cy="0"/>
          </a:xfrm>
          <a:prstGeom prst="line">
            <a:avLst/>
          </a:prstGeom>
          <a:noFill/>
          <a:ln w="3175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 rot="-2100000">
            <a:off x="11430000" y="6565392"/>
            <a:ext cx="457200" cy="0"/>
          </a:xfrm>
          <a:prstGeom prst="line">
            <a:avLst/>
          </a:prstGeom>
          <a:noFill/>
          <a:ln w="25400">
            <a:solidFill>
              <a:srgbClr val="7B82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 rot="-2100000">
            <a:off x="11475720" y="6693408"/>
            <a:ext cx="320040" cy="0"/>
          </a:xfrm>
          <a:prstGeom prst="line">
            <a:avLst/>
          </a:prstGeom>
          <a:noFill/>
          <a:ln w="19050">
            <a:solidFill>
              <a:srgbClr val="7B82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749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749040" cy="109728"/>
          </a:xfrm>
          <a:prstGeom prst="rect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822960" y="1828800"/>
            <a:ext cx="1280160" cy="32004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43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users/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3172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Пользователи и JWT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2960" y="35204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Кастомная модель User с email-логином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Регистрация, вход, refresh access-токена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Эндпоинт /access-code/ — восстановление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хешируются Django по умолчанию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480560" y="1554480"/>
            <a:ext cx="3749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Shape 12"/>
          <p:cNvSpPr/>
          <p:nvPr/>
        </p:nvSpPr>
        <p:spPr>
          <a:xfrm>
            <a:off x="4480560" y="1554480"/>
            <a:ext cx="3749040" cy="109728"/>
          </a:xfrm>
          <a:prstGeom prst="rect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6" name="Shape 13"/>
          <p:cNvSpPr/>
          <p:nvPr/>
        </p:nvSpPr>
        <p:spPr>
          <a:xfrm>
            <a:off x="4754880" y="1828800"/>
            <a:ext cx="1280160" cy="32004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7" name="Text 14"/>
          <p:cNvSpPr/>
          <p:nvPr/>
        </p:nvSpPr>
        <p:spPr>
          <a:xfrm>
            <a:off x="475488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43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videos/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33172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75488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Видео и стриминг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754880" y="35204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Video: файл, постер, владелец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через multipart/form-data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Стриминг с поддержкой HTTP Range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Подсчёт просмотров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412480" y="1554480"/>
            <a:ext cx="37490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Shape 18"/>
          <p:cNvSpPr/>
          <p:nvPr/>
        </p:nvSpPr>
        <p:spPr>
          <a:xfrm>
            <a:off x="8412480" y="1554480"/>
            <a:ext cx="3749040" cy="109728"/>
          </a:xfrm>
          <a:prstGeom prst="rect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Shape 19"/>
          <p:cNvSpPr/>
          <p:nvPr/>
        </p:nvSpPr>
        <p:spPr>
          <a:xfrm>
            <a:off x="8686800" y="1828800"/>
            <a:ext cx="1280160" cy="32004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4" name="Text 20"/>
          <p:cNvSpPr/>
          <p:nvPr/>
        </p:nvSpPr>
        <p:spPr>
          <a:xfrm>
            <a:off x="868680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43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chat/</a:t>
            </a:r>
            <a:endParaRPr lang="en-US" sz="11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233172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68680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Чат и обсуждения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8686800" y="3520440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Сообщения с типом chat / question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Лайки-сердечки (модель Like)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Long-polling из фронта каждые 4 сек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сообщений по видео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Frontend: страницы и компоненты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с тремя ключевыми экранами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rot="-2100000">
            <a:off x="11338560" y="6400800"/>
            <a:ext cx="640080" cy="0"/>
          </a:xfrm>
          <a:prstGeom prst="line">
            <a:avLst/>
          </a:prstGeom>
          <a:noFill/>
          <a:ln w="3175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 rot="-2100000">
            <a:off x="11430000" y="6565392"/>
            <a:ext cx="457200" cy="0"/>
          </a:xfrm>
          <a:prstGeom prst="line">
            <a:avLst/>
          </a:prstGeom>
          <a:noFill/>
          <a:ln w="25400">
            <a:solidFill>
              <a:srgbClr val="7B82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 rot="-2100000">
            <a:off x="11475720" y="6693408"/>
            <a:ext cx="320040" cy="0"/>
          </a:xfrm>
          <a:prstGeom prst="line">
            <a:avLst/>
          </a:prstGeom>
          <a:noFill/>
          <a:ln w="19050">
            <a:solidFill>
              <a:srgbClr val="7B82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3B4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394960" cy="123444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09728" cy="1234440"/>
          </a:xfrm>
          <a:prstGeom prst="rect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HomePage.jsx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5603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Главная: сетка всех загруженных видео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5394960" cy="123444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09728" cy="1234440"/>
          </a:xfrm>
          <a:prstGeom prst="rect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/video/:id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PlayerPage.jsx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9776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Плеер слева + чат-панель справа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846320"/>
            <a:ext cx="5394960" cy="123444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09728" cy="1234440"/>
          </a:xfrm>
          <a:prstGeom prst="rect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Text 18"/>
          <p:cNvSpPr/>
          <p:nvPr/>
        </p:nvSpPr>
        <p:spPr>
          <a:xfrm>
            <a:off x="777240" y="4983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4983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AuthPage.jsx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53949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восстановление кода доступа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3B4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ПЕРЕИСПОЛЬЗУЕМЫЕ КОМПОНЕНТЫ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01168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635508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43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&lt;YadroLogo /&gt;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Логотип в SVG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06840" y="201168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6"/>
          <p:cNvSpPr/>
          <p:nvPr/>
        </p:nvSpPr>
        <p:spPr>
          <a:xfrm>
            <a:off x="9144000" y="2103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43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&lt;TopBar /&gt;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Шапка с кнопкой профиля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288036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9"/>
          <p:cNvSpPr/>
          <p:nvPr/>
        </p:nvSpPr>
        <p:spPr>
          <a:xfrm>
            <a:off x="635508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43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&lt;Field /&gt;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ввода со звёздочкой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06840" y="288036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32"/>
          <p:cNvSpPr/>
          <p:nvPr/>
        </p:nvSpPr>
        <p:spPr>
          <a:xfrm>
            <a:off x="9144000" y="2971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43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/&gt;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0" y="3246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/ ghost / soft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374904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5"/>
          <p:cNvSpPr/>
          <p:nvPr/>
        </p:nvSpPr>
        <p:spPr>
          <a:xfrm>
            <a:off x="635508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43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&lt;Tabs /&gt;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5508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Табы с подчёркиванием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06840" y="374904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0" name="Text 38"/>
          <p:cNvSpPr/>
          <p:nvPr/>
        </p:nvSpPr>
        <p:spPr>
          <a:xfrm>
            <a:off x="914400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43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&lt;VideoPlayer /&gt;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Кастомный плеер с панелью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461772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Text 41"/>
          <p:cNvSpPr/>
          <p:nvPr/>
        </p:nvSpPr>
        <p:spPr>
          <a:xfrm>
            <a:off x="6355080" y="4709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43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&lt;ChatPanel /&gt;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55080" y="4983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+ Q&amp;A + лайки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Реализация дизайна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макету из ТЗ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rot="-2100000">
            <a:off x="11338560" y="6400800"/>
            <a:ext cx="640080" cy="0"/>
          </a:xfrm>
          <a:prstGeom prst="line">
            <a:avLst/>
          </a:prstGeom>
          <a:noFill/>
          <a:ln w="3175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 rot="-2100000">
            <a:off x="11430000" y="6565392"/>
            <a:ext cx="457200" cy="0"/>
          </a:xfrm>
          <a:prstGeom prst="line">
            <a:avLst/>
          </a:prstGeom>
          <a:noFill/>
          <a:ln w="25400">
            <a:solidFill>
              <a:srgbClr val="7B82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 rot="-2100000">
            <a:off x="11475720" y="6693408"/>
            <a:ext cx="320040" cy="0"/>
          </a:xfrm>
          <a:prstGeom prst="line">
            <a:avLst/>
          </a:prstGeom>
          <a:noFill/>
          <a:ln w="19050">
            <a:solidFill>
              <a:srgbClr val="7B82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B4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ПАЛИТРА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777240" cy="457200"/>
          </a:xfrm>
          <a:prstGeom prst="rect">
            <a:avLst/>
          </a:prstGeom>
          <a:solidFill>
            <a:srgbClr val="0E1166"/>
          </a:solidFill>
          <a:ln w="12700">
            <a:solidFill>
              <a:srgbClr val="0E1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#0E1166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Фон / основной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777240" cy="457200"/>
          </a:xfrm>
          <a:prstGeom prst="rect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2" name="Text 10"/>
          <p:cNvSpPr/>
          <p:nvPr/>
        </p:nvSpPr>
        <p:spPr>
          <a:xfrm>
            <a:off x="1463040" y="2560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#3B43DB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button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777240" cy="457200"/>
          </a:xfrm>
          <a:prstGeom prst="rect">
            <a:avLst/>
          </a:prstGeom>
          <a:solidFill>
            <a:srgbClr val="7B82FF"/>
          </a:solidFill>
          <a:ln w="12700">
            <a:solidFill>
              <a:srgbClr val="7B82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Text 13"/>
          <p:cNvSpPr/>
          <p:nvPr/>
        </p:nvSpPr>
        <p:spPr>
          <a:xfrm>
            <a:off x="1463040" y="3154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#7B82FF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Акцент / подсветка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777240" cy="457200"/>
          </a:xfrm>
          <a:prstGeom prst="rect">
            <a:avLst/>
          </a:prstGeom>
          <a:solidFill>
            <a:srgbClr val="14186F"/>
          </a:solidFill>
          <a:ln w="12700">
            <a:solidFill>
              <a:srgbClr val="14186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Text 16"/>
          <p:cNvSpPr/>
          <p:nvPr/>
        </p:nvSpPr>
        <p:spPr>
          <a:xfrm>
            <a:off x="1463040" y="37490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#14186F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777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9"/>
          <p:cNvSpPr/>
          <p:nvPr/>
        </p:nvSpPr>
        <p:spPr>
          <a:xfrm>
            <a:off x="1463040" y="4343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08960" y="4343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1554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3B4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СТРАНИЦЫ МАКЕТА → РЕАЛИЗАЦИЯ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1965960"/>
            <a:ext cx="5669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23"/>
          <p:cNvSpPr/>
          <p:nvPr/>
        </p:nvSpPr>
        <p:spPr>
          <a:xfrm>
            <a:off x="617220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Стр. 14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1965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18320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AuthPage → RegisterForm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2560320"/>
            <a:ext cx="5669280" cy="502920"/>
          </a:xfrm>
          <a:prstGeom prst="rect">
            <a:avLst/>
          </a:prstGeom>
          <a:solidFill>
            <a:srgbClr val="F2F4FE"/>
          </a:solidFill>
          <a:ln w="635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7"/>
          <p:cNvSpPr/>
          <p:nvPr/>
        </p:nvSpPr>
        <p:spPr>
          <a:xfrm>
            <a:off x="6172200" y="25603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Стр. 16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78040" y="2560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доступа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1832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AuthPage → AccessCodeForm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3154680"/>
            <a:ext cx="5669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3" name="Text 31"/>
          <p:cNvSpPr/>
          <p:nvPr/>
        </p:nvSpPr>
        <p:spPr>
          <a:xfrm>
            <a:off x="6172200" y="31546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Стр. 15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78040" y="3154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Плеер (гость)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418320" y="3154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PlayerPage + ChatPanel CTA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3749040"/>
            <a:ext cx="5669280" cy="502920"/>
          </a:xfrm>
          <a:prstGeom prst="rect">
            <a:avLst/>
          </a:prstGeom>
          <a:solidFill>
            <a:srgbClr val="F2F4FE"/>
          </a:solidFill>
          <a:ln w="635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7" name="Text 35"/>
          <p:cNvSpPr/>
          <p:nvPr/>
        </p:nvSpPr>
        <p:spPr>
          <a:xfrm>
            <a:off x="6172200" y="3749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Стр. 17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78040" y="37490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Плеер (login)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418320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PlayerPage + ChatPanel form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4343400"/>
            <a:ext cx="5669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Text 39"/>
          <p:cNvSpPr/>
          <p:nvPr/>
        </p:nvSpPr>
        <p:spPr>
          <a:xfrm>
            <a:off x="6172200" y="43434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Стр. 12-13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78040" y="4343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Инпуты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18320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Field.jsx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35040" y="4937760"/>
            <a:ext cx="5669280" cy="502920"/>
          </a:xfrm>
          <a:prstGeom prst="rect">
            <a:avLst/>
          </a:prstGeom>
          <a:solidFill>
            <a:srgbClr val="F2F4FE"/>
          </a:solidFill>
          <a:ln w="635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5" name="Text 43"/>
          <p:cNvSpPr/>
          <p:nvPr/>
        </p:nvSpPr>
        <p:spPr>
          <a:xfrm>
            <a:off x="6172200" y="4937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4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Стр. 10-11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78040" y="49377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Табы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418320" y="4937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Tabs.jsx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Принципы разработки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обеспечивает поддерживаемость кода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rot="-2100000">
            <a:off x="11338560" y="6400800"/>
            <a:ext cx="640080" cy="0"/>
          </a:xfrm>
          <a:prstGeom prst="line">
            <a:avLst/>
          </a:prstGeom>
          <a:noFill/>
          <a:ln w="3175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" name="Shape 3"/>
          <p:cNvSpPr/>
          <p:nvPr/>
        </p:nvSpPr>
        <p:spPr>
          <a:xfrm rot="-2100000">
            <a:off x="11430000" y="6565392"/>
            <a:ext cx="457200" cy="0"/>
          </a:xfrm>
          <a:prstGeom prst="line">
            <a:avLst/>
          </a:prstGeom>
          <a:noFill/>
          <a:ln w="25400">
            <a:solidFill>
              <a:srgbClr val="7B82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" name="Shape 4"/>
          <p:cNvSpPr/>
          <p:nvPr/>
        </p:nvSpPr>
        <p:spPr>
          <a:xfrm rot="-2100000">
            <a:off x="11475720" y="6693408"/>
            <a:ext cx="320040" cy="0"/>
          </a:xfrm>
          <a:prstGeom prst="line">
            <a:avLst/>
          </a:prstGeom>
          <a:noFill/>
          <a:ln w="19050">
            <a:solidFill>
              <a:srgbClr val="7B82FF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577840" cy="219456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rgbClr val="0E1166"/>
          </a:solidFill>
          <a:ln w="12700">
            <a:solidFill>
              <a:srgbClr val="0E1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116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2880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828800" y="23317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компоненты Field / Button / Tabs переиспользуются на всех формах. На бэке — миксины пермишенов, общий сериализатор пользователя.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0" y="1554480"/>
            <a:ext cx="5577840" cy="219456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3" name="Shape 10"/>
          <p:cNvSpPr/>
          <p:nvPr/>
        </p:nvSpPr>
        <p:spPr>
          <a:xfrm>
            <a:off x="6583680" y="1828800"/>
            <a:ext cx="822960" cy="822960"/>
          </a:xfrm>
          <a:prstGeom prst="ellipse">
            <a:avLst/>
          </a:prstGeom>
          <a:solidFill>
            <a:srgbClr val="0E1166"/>
          </a:solidFill>
          <a:ln w="12700">
            <a:solidFill>
              <a:srgbClr val="0E1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0116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952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589520" y="23317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 разделён по доменам: users / videos / chat. Каждое приложение — свои models, serializers, views, urls. Зависимости только в одну сторону.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3931920"/>
            <a:ext cx="5577840" cy="219456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8" name="Shape 14"/>
          <p:cNvSpPr/>
          <p:nvPr/>
        </p:nvSpPr>
        <p:spPr>
          <a:xfrm>
            <a:off x="822960" y="4206240"/>
            <a:ext cx="822960" cy="822960"/>
          </a:xfrm>
          <a:prstGeom prst="ellipse">
            <a:avLst/>
          </a:prstGeom>
          <a:solidFill>
            <a:srgbClr val="0E1166"/>
          </a:solidFill>
          <a:ln w="12700">
            <a:solidFill>
              <a:srgbClr val="0E1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891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2880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1828800" y="470916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в Authorization header, refresh-flow в axios-интерсепторе, CORS-ограничения, хеширование паролей через Django auth.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309360" y="3931920"/>
            <a:ext cx="5577840" cy="219456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3" name="Shape 18"/>
          <p:cNvSpPr/>
          <p:nvPr/>
        </p:nvSpPr>
        <p:spPr>
          <a:xfrm>
            <a:off x="6583680" y="4206240"/>
            <a:ext cx="822960" cy="822960"/>
          </a:xfrm>
          <a:prstGeom prst="ellipse">
            <a:avLst/>
          </a:prstGeom>
          <a:solidFill>
            <a:srgbClr val="0E1166"/>
          </a:solidFill>
          <a:ln w="12700">
            <a:solidFill>
              <a:srgbClr val="0E1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38912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8952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1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Модульность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589520" y="470916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Front: pages → components → API-клиент → AuthContext. Back: app → views → serializers → models. Можно вынуть и заменить любой слой.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E1166"/>
          </a:solidFill>
          <a:ln w="12700">
            <a:solidFill>
              <a:srgbClr val="0E1166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" name="Shape 1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3B43DB"/>
          </a:solidFill>
          <a:ln w="12700">
            <a:solidFill>
              <a:srgbClr val="3B43DB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7B8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получилось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B8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Полноценная видеоплатформа, работающая на современном стеке, с реализованным дизайном и потоковым воспроизведением.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8521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7315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3B4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ВЫПОЛНЕНО ПО ТЗ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344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0" y="11887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на Django + DRF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373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169164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/ авторизация через JWT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2402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43600" y="21945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и стриминг видео (Range)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74320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43600" y="26974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 Postgres / SQLite</a:t>
            </a:r>
            <a:endParaRPr lang="en-US" sz="1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24612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43600" y="32004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React-фронт с React Router</a:t>
            </a:r>
            <a:endParaRPr lang="en-US" sz="14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749040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943600" y="3703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Регистрация, вход, плеер, чат</a:t>
            </a:r>
            <a:endParaRPr lang="en-US" sz="14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251960"/>
            <a:ext cx="320040" cy="32004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943600" y="420624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Респонсивный дизайн под макет</a:t>
            </a:r>
            <a:endParaRPr lang="en-US" sz="14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754880"/>
            <a:ext cx="320040" cy="32004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943600" y="470916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Документация API и README</a:t>
            </a:r>
            <a:endParaRPr lang="en-US" sz="14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5257800"/>
            <a:ext cx="320040" cy="32004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943600" y="52120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Git-репозиторий с историей</a:t>
            </a:r>
            <a:endParaRPr lang="en-US" sz="1400" dirty="0"/>
          </a:p>
        </p:txBody>
      </p:sp>
      <p:sp>
        <p:nvSpPr>
          <p:cNvPr id="27" name="Shape 16"/>
          <p:cNvSpPr/>
          <p:nvPr/>
        </p:nvSpPr>
        <p:spPr>
          <a:xfrm>
            <a:off x="5486400" y="5852160"/>
            <a:ext cx="6217920" cy="594360"/>
          </a:xfrm>
          <a:prstGeom prst="rect">
            <a:avLst/>
          </a:prstGeom>
          <a:solidFill>
            <a:srgbClr val="F2F4FE"/>
          </a:solidFill>
          <a:ln w="12700">
            <a:solidFill>
              <a:srgbClr val="E1E5F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17"/>
          <p:cNvSpPr/>
          <p:nvPr/>
        </p:nvSpPr>
        <p:spPr>
          <a:xfrm>
            <a:off x="5669280" y="58521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E1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Репозиторий: </a:t>
            </a:r>
            <a:r>
              <a:rPr lang="en-US" sz="1200" dirty="0">
                <a:solidFill>
                  <a:srgbClr val="3B43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https://github.com/alkaa0l0/Video-platformRGZ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653</Words>
  <Application>Microsoft Office PowerPoint</Application>
  <PresentationFormat>Широкоэкранный</PresentationFormat>
  <Paragraphs>164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YADRO Video Platform — защита РГЗ</dc:title>
  <dc:subject>PptxGenJS Presentation</dc:subject>
  <dc:creator>Даниял</dc:creator>
  <cp:lastModifiedBy>гум Алина</cp:lastModifiedBy>
  <cp:revision>3</cp:revision>
  <dcterms:created xsi:type="dcterms:W3CDTF">2026-05-19T17:24:09Z</dcterms:created>
  <dcterms:modified xsi:type="dcterms:W3CDTF">2026-05-19T17:35:08Z</dcterms:modified>
</cp:coreProperties>
</file>